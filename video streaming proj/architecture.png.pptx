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40" d="100"/>
          <a:sy n="40" d="100"/>
        </p:scale>
        <p:origin x="8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C01C4-84B2-376B-66EA-D5CA26B56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F96660-C4E2-FAF0-CAA8-280A76AC2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396BA-611C-9097-8ED5-A20BF7D5E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657B5-73BE-4F93-8FBA-E1F5533FC914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3FB83-6ACB-CCE4-D40F-4D313311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653EC-14B8-D6FD-E105-F18365A06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4A833-3037-47DB-9825-1AFEB6E22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36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DEFE0-D87A-8997-0B0F-825C2323F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B0C32-79D4-8BA1-A2DC-96576CA62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B96CB-E039-AF9F-803F-6AD5EEBDC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657B5-73BE-4F93-8FBA-E1F5533FC914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C2AC7-C473-E9CD-2CBF-18C971D70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122AF-2775-6D03-43AF-147F5F3C8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4A833-3037-47DB-9825-1AFEB6E22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73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29C91-7B0B-2AD2-3D4D-02D80ECBC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ECB9D-01A6-080C-70C0-94E49D83A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84447-EB9E-2710-EE94-D0DBAC01B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657B5-73BE-4F93-8FBA-E1F5533FC914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B0781-5042-8D12-97BA-7D24B791A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6EE7C-C7FA-EDC7-E998-A261B569F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4A833-3037-47DB-9825-1AFEB6E22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935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94125-0047-E2A5-B901-4E1D887D3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45B2A-FC25-4301-17B0-E72DB218F1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78985-65A3-0BB2-2A33-385F3F3F5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9A559-7E6C-0E16-D13E-03BD0F489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657B5-73BE-4F93-8FBA-E1F5533FC914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D0F6B-2B0F-BA92-D56C-718E07F7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E9C19E-0CDE-CBE3-EA30-4B5EDA866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4A833-3037-47DB-9825-1AFEB6E22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1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F226E-8372-8D1E-87F8-14F5E315A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ECBE4-BE0D-30B6-892D-6020B7A91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EFFBD-60D7-A7F4-9725-B7647EC3A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97F865-6C5A-05AB-8B05-EC101A9BED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46C899-9A5E-5242-BA9C-1236CC1456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69B424-8EB7-C245-BFD1-9DC6648C4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657B5-73BE-4F93-8FBA-E1F5533FC914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0BB381-85B7-9C2D-01E2-1CAAD5F5C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461EFF-65D0-CD64-31F8-B8BD59F3F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4A833-3037-47DB-9825-1AFEB6E22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492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48D7D-AE51-AB6E-9952-3D1479BB5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8DFB7F-1FB0-F345-53DB-5DEB9A939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657B5-73BE-4F93-8FBA-E1F5533FC914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073C9-29C9-E17A-9DF8-A851338D4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076E5F-C49D-CA7E-7F2E-DE321F94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4A833-3037-47DB-9825-1AFEB6E22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513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CC9986-8ECE-98F3-ECF6-347BEE308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657B5-73BE-4F93-8FBA-E1F5533FC914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465330-4F2D-6D23-390D-1B157E134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9D9E9-04FA-208F-17B1-6CA7483A0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4A833-3037-47DB-9825-1AFEB6E22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785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50E4A-C8D9-AB8E-9352-3905847D3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9086D-84DE-A77F-5339-99418BFF4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7C562-BA8E-1224-F3CF-263712E39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D0F943-53BC-E609-89D9-C2E1EE78B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657B5-73BE-4F93-8FBA-E1F5533FC914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4A4C8-8E47-89FD-E2C2-8423AE38E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57E4A-AC56-9789-4032-49A29E07C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4A833-3037-47DB-9825-1AFEB6E22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469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5F1CB-9FD7-BB15-5938-F95DA30D4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3C9C08-D967-30CA-05A9-2A5759C54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4CD0B5-3A1E-1858-C178-A29CF1008A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BA452-5ADE-DDE1-3FF8-56FAACA9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657B5-73BE-4F93-8FBA-E1F5533FC914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7E900-F4F2-B8FD-1A6D-8B0AA3B21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54BAF-A7B0-1E89-0C43-389D7279F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4A833-3037-47DB-9825-1AFEB6E22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576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267A-C6C0-4609-58AE-C01E1452E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1EF07-B22A-BFC1-82B2-851E68AC3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8C5CC-F3A7-9409-70C2-4037C2843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657B5-73BE-4F93-8FBA-E1F5533FC914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C6B2B-6A4C-943E-3426-216B0F04A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41307-BE01-07E7-8CA9-463FF95F7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4A833-3037-47DB-9825-1AFEB6E22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626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89C493-DD27-7DB6-E040-BE8A45DA86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EB8B6C-4CDC-F648-127C-472A9FA847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B8DEC-2B58-EC11-C335-C102A00B9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657B5-73BE-4F93-8FBA-E1F5533FC914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1E806-2BE1-422E-4AFD-247C4FFB5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C70A5-A731-C9CD-EC11-8336A6570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4A833-3037-47DB-9825-1AFEB6E22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262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ACB663-E801-D77D-84B3-0C38FF434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444C9-59F0-2EFA-CD19-D853A2D92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44D61-982D-A0B0-13A6-B4C1864266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657B5-73BE-4F93-8FBA-E1F5533FC914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65A14-9B86-ADBC-2732-E8FC66D11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E5EA-E2F2-574D-2056-21D3DDC1E2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4A833-3037-47DB-9825-1AFEB6E22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415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3DEC2C-5906-D393-3ACE-693CC755966E}"/>
              </a:ext>
            </a:extLst>
          </p:cNvPr>
          <p:cNvSpPr txBox="1"/>
          <p:nvPr/>
        </p:nvSpPr>
        <p:spPr>
          <a:xfrm>
            <a:off x="2919663" y="1230233"/>
            <a:ext cx="611204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Aptos" panose="020B0004020202020204" pitchFamily="34" charset="0"/>
              </a:rPr>
              <a:t>User</a:t>
            </a:r>
            <a:br>
              <a:rPr lang="en-IN" sz="3600" b="1" dirty="0">
                <a:latin typeface="Aptos" panose="020B0004020202020204" pitchFamily="34" charset="0"/>
              </a:rPr>
            </a:br>
            <a:r>
              <a:rPr lang="en-IN" sz="3600" b="1" dirty="0">
                <a:latin typeface="Aptos" panose="020B0004020202020204" pitchFamily="34" charset="0"/>
              </a:rPr>
              <a:t> ↓</a:t>
            </a:r>
            <a:br>
              <a:rPr lang="en-IN" sz="3600" b="1" dirty="0">
                <a:latin typeface="Aptos" panose="020B0004020202020204" pitchFamily="34" charset="0"/>
              </a:rPr>
            </a:br>
            <a:r>
              <a:rPr lang="en-IN" sz="3600" b="1" dirty="0">
                <a:latin typeface="Aptos" panose="020B0004020202020204" pitchFamily="34" charset="0"/>
              </a:rPr>
              <a:t>CloudFront</a:t>
            </a:r>
            <a:br>
              <a:rPr lang="en-IN" sz="3600" b="1" dirty="0">
                <a:latin typeface="Aptos" panose="020B0004020202020204" pitchFamily="34" charset="0"/>
              </a:rPr>
            </a:br>
            <a:r>
              <a:rPr lang="en-IN" sz="3600" b="1" dirty="0">
                <a:latin typeface="Aptos" panose="020B0004020202020204" pitchFamily="34" charset="0"/>
              </a:rPr>
              <a:t> ↓</a:t>
            </a:r>
            <a:br>
              <a:rPr lang="en-IN" sz="3600" b="1" dirty="0">
                <a:latin typeface="Aptos" panose="020B0004020202020204" pitchFamily="34" charset="0"/>
              </a:rPr>
            </a:br>
            <a:r>
              <a:rPr lang="en-IN" sz="3600" b="1" dirty="0">
                <a:latin typeface="Aptos" panose="020B0004020202020204" pitchFamily="34" charset="0"/>
              </a:rPr>
              <a:t>EC2 (Frontend - </a:t>
            </a:r>
            <a:r>
              <a:rPr lang="en-IN" sz="3600" b="1" dirty="0" err="1">
                <a:latin typeface="Aptos" panose="020B0004020202020204" pitchFamily="34" charset="0"/>
              </a:rPr>
              <a:t>VStream</a:t>
            </a:r>
            <a:r>
              <a:rPr lang="en-IN" sz="3600" b="1" dirty="0">
                <a:latin typeface="Aptos" panose="020B0004020202020204" pitchFamily="34" charset="0"/>
              </a:rPr>
              <a:t>)</a:t>
            </a:r>
            <a:br>
              <a:rPr lang="en-IN" sz="3600" b="1" dirty="0">
                <a:latin typeface="Aptos" panose="020B0004020202020204" pitchFamily="34" charset="0"/>
              </a:rPr>
            </a:br>
            <a:r>
              <a:rPr lang="en-IN" sz="3600" b="1" dirty="0">
                <a:latin typeface="Aptos" panose="020B0004020202020204" pitchFamily="34" charset="0"/>
              </a:rPr>
              <a:t> ↓</a:t>
            </a:r>
            <a:br>
              <a:rPr lang="en-IN" sz="3600" b="1" dirty="0">
                <a:latin typeface="Aptos" panose="020B0004020202020204" pitchFamily="34" charset="0"/>
              </a:rPr>
            </a:br>
            <a:r>
              <a:rPr lang="en-IN" sz="3600" b="1" dirty="0">
                <a:latin typeface="Aptos" panose="020B0004020202020204" pitchFamily="34" charset="0"/>
              </a:rPr>
              <a:t>S3 (Video Storage)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228611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dhani sinha</dc:creator>
  <cp:lastModifiedBy>dhani sinha</cp:lastModifiedBy>
  <cp:revision>1</cp:revision>
  <dcterms:created xsi:type="dcterms:W3CDTF">2026-04-05T06:17:48Z</dcterms:created>
  <dcterms:modified xsi:type="dcterms:W3CDTF">2026-04-05T06:21:26Z</dcterms:modified>
</cp:coreProperties>
</file>